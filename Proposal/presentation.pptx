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JetBrains Mono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22" Type="http://schemas.openxmlformats.org/officeDocument/2006/relationships/font" Target="fonts/JetBrainsMono-italic.fntdata"/><Relationship Id="rId21" Type="http://schemas.openxmlformats.org/officeDocument/2006/relationships/font" Target="fonts/JetBrainsMono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19" Type="http://schemas.openxmlformats.org/officeDocument/2006/relationships/font" Target="fonts/Economica-boldItalic.fntdata"/><Relationship Id="rId18" Type="http://schemas.openxmlformats.org/officeDocument/2006/relationships/font" Target="fonts/Economic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b1c5dcd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9b1c5dc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9bd3250a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9bd3250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9bd3250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9bd3250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9bd3250a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9bd3250a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9bd3250a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9bd3250a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9bd3250a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9bd3250a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9bd3250a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9bd3250a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9bd3250a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9bd3250a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9bd3250a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9bd3250a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0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matching algorithms for Rust regexes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2689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Robin Hänni / Marcin Wojnarowski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Regex engines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764625"/>
            <a:ext cx="4260300" cy="28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Linear-time matching guarantees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Support only a subset of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Examples: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regex</a:t>
            </a:r>
            <a:r>
              <a:rPr lang="en-GB" sz="1600"/>
              <a:t> crate (Rust)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JetBrains Mono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RE2 </a:t>
            </a:r>
            <a:r>
              <a:rPr lang="en-GB" sz="1600"/>
              <a:t>(C++)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JetBrains Mono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regexp </a:t>
            </a:r>
            <a:r>
              <a:rPr lang="en-GB" sz="1600"/>
              <a:t>package (Golang)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JetBrains Mono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RE2/J </a:t>
            </a:r>
            <a:r>
              <a:rPr lang="en-GB" sz="1600"/>
              <a:t>(Java)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JetBrains Mono"/>
              <a:buChar char="○"/>
            </a:pP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V8Linear </a:t>
            </a:r>
            <a:r>
              <a:rPr lang="en-GB"/>
              <a:t>(ECMAScript)</a:t>
            </a:r>
            <a:endParaRPr sz="1600"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572000" y="1764625"/>
            <a:ext cx="4260300" cy="28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Potential exponential blowup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Support all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Examples: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PCRE2</a:t>
            </a:r>
            <a:r>
              <a:rPr lang="en-GB" sz="1600"/>
              <a:t> </a:t>
            </a:r>
            <a:r>
              <a:rPr lang="en-GB" sz="1600"/>
              <a:t>(C)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Almost all regex engines in the standard library of programing languages</a:t>
            </a:r>
            <a:endParaRPr sz="1600"/>
          </a:p>
        </p:txBody>
      </p:sp>
      <p:cxnSp>
        <p:nvCxnSpPr>
          <p:cNvPr id="71" name="Google Shape;71;p14"/>
          <p:cNvCxnSpPr/>
          <p:nvPr/>
        </p:nvCxnSpPr>
        <p:spPr>
          <a:xfrm flipH="1">
            <a:off x="4577800" y="1227125"/>
            <a:ext cx="8700" cy="332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 txBox="1"/>
          <p:nvPr/>
        </p:nvSpPr>
        <p:spPr>
          <a:xfrm>
            <a:off x="356100" y="1163225"/>
            <a:ext cx="4130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Linear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701600" y="1227125"/>
            <a:ext cx="4130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Backtracking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linear-engine regex features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Lookarounds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/(?&lt;!dogs) are better/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/[0-9]+(?=€)/</a:t>
            </a:r>
            <a:endParaRPr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Backreference </a:t>
            </a:r>
            <a:r>
              <a:rPr lang="en-GB" sz="1400"/>
              <a:t>(NP-complete!)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/(.+) 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reversed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 \1/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Backtracking problems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25225"/>
            <a:ext cx="293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Slow even for linear-time-matching regexes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Unpredictable performance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250" y="1337313"/>
            <a:ext cx="5126326" cy="18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GB" sz="3400">
                <a:latin typeface="JetBrains Mono"/>
                <a:ea typeface="JetBrains Mono"/>
                <a:cs typeface="JetBrains Mono"/>
                <a:sym typeface="JetBrains Mono"/>
              </a:rPr>
              <a:t>ipgrep</a:t>
            </a:r>
            <a:r>
              <a:rPr lang="en-GB"/>
              <a:t> / </a:t>
            </a:r>
            <a:r>
              <a:rPr lang="en-GB" sz="3400">
                <a:latin typeface="JetBrains Mono"/>
                <a:ea typeface="JetBrains Mono"/>
                <a:cs typeface="JetBrains Mono"/>
                <a:sym typeface="JetBrains Mono"/>
              </a:rPr>
              <a:t>fancy-regex</a:t>
            </a:r>
            <a:r>
              <a:rPr lang="en-GB"/>
              <a:t> approach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988" y="1978150"/>
            <a:ext cx="6652027" cy="18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2181600"/>
            <a:ext cx="8520600" cy="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200"/>
              <a:t>Expansion of the subset of regexes accepted by linear engines in the Rust language ecosystem</a:t>
            </a:r>
            <a:endParaRPr sz="22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7800" y="244075"/>
            <a:ext cx="1744500" cy="17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 work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712550"/>
            <a:ext cx="4175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lot of work at SystemF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Ideas implemented in </a:t>
            </a: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RE2</a:t>
            </a:r>
            <a:r>
              <a:rPr lang="en-GB"/>
              <a:t>, </a:t>
            </a: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V8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575" y="110900"/>
            <a:ext cx="5979427" cy="16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Aim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 algorithms in the </a:t>
            </a: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regex</a:t>
            </a:r>
            <a:r>
              <a:rPr lang="en-GB"/>
              <a:t> crate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 facto standard for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Highest impact: used by </a:t>
            </a: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ripgrep</a:t>
            </a:r>
            <a:r>
              <a:rPr lang="en-GB"/>
              <a:t>, </a:t>
            </a: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fancy-regex</a:t>
            </a:r>
            <a:r>
              <a:rPr lang="en-GB"/>
              <a:t>, VSCode, all Rust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Adds new features rather than improving existing 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that fails, implement in </a:t>
            </a: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fancy-regex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Used by less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Already supports these features in the backtracking engine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Regex features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C</a:t>
            </a:r>
            <a:r>
              <a:rPr b="1" lang="en-GB"/>
              <a:t>apture-less look-behinds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Capture-less look-aheads (requires additional memory)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General look-arounds including capture groups (depends on semantics)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Investigation of compatibility of algorithms in various regex engines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API for choice of the data structure for capture group for space-time-complexity trade-offs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Exploring algorithms for intersections in NFA/PikeVM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Open source politics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Identifying all benefits and drawbacks of various regex implementations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